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roadmap of the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 context and goals.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target and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Outliers handled without losing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and satisfaction stand out as attrition drivers.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Summarize EDA conclusions.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rigorous evaluation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LR has best recall; cost curve supports threshold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recall vs accuracy tradeoff.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actions and demo 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Predictive Modeling for Employee Attrition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Identifying Key Drivers of Turnover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Problem &amp; objectives</a:t>
            </a:r>
          </a:p>
          <a:p>
            <a:pPr/>
            <a:r>
              <a:t>Dataset overview</a:t>
            </a:r>
          </a:p>
          <a:p>
            <a:pPr/>
            <a:r>
              <a:t>Data quality &amp; preprocessing</a:t>
            </a:r>
          </a:p>
          <a:p>
            <a:pPr/>
            <a:r>
              <a:t>EDA highlights</a:t>
            </a:r>
          </a:p>
          <a:p>
            <a:pPr/>
            <a:r>
              <a:t>Modeling approach</a:t>
            </a:r>
          </a:p>
          <a:p>
            <a:pPr/>
            <a:r>
              <a:t>Results &amp; validation</a:t>
            </a:r>
          </a:p>
          <a:p>
            <a:pPr/>
            <a:r>
              <a:t>Recommendations &amp; next steps</a:t>
            </a:r>
          </a:p>
          <a:p>
            <a:pPr/>
            <a:r>
              <a:t>Live demo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Attrition is costly and disruptive</a:t>
            </a:r>
          </a:p>
          <a:p>
            <a:pPr/>
            <a:r>
              <a:t>Goal: predict risk and identify key drivers</a:t>
            </a:r>
          </a:p>
          <a:p>
            <a:pPr/>
            <a:r>
              <a:t>Deliverables: clean data, EDA, multiple models, actionable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IBM HR Analytics dataset</a:t>
            </a:r>
          </a:p>
          <a:p>
            <a:pPr/>
            <a:r>
              <a:t>1,470 rows, 35 columns</a:t>
            </a:r>
          </a:p>
          <a:p>
            <a:pPr/>
            <a:r>
              <a:t>Target: Attrition (Yes/No)</a:t>
            </a:r>
          </a:p>
          <a:p>
            <a:pPr/>
            <a:r>
              <a:t>Class imbalance: ~16% attrition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 missing values or duplicates</a:t>
            </a:r>
          </a:p>
          <a:p>
            <a:pPr/>
            <a:r>
              <a:t>Outliers: IQR-flagged (no row drops)</a:t>
            </a:r>
          </a:p>
          <a:p>
            <a:pPr/>
            <a:r>
              <a:t>Feature engineering: AgeGroup, TotalSatisfaction, *_outlier</a:t>
            </a:r>
          </a:p>
          <a:p>
            <a:pPr/>
            <a:r>
              <a:t>Dropped constant/ID columns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 Highlights</a:t>
            </a:r>
          </a:p>
        </p:txBody>
      </p:sp>
      <p:pic>
        <p:nvPicPr>
          <p:cNvPr id="3" name="Picture 2" descr="overtime_attr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3779520"/>
          </a:xfrm>
          <a:prstGeom prst="rect">
            <a:avLst/>
          </a:prstGeom>
        </p:spPr>
      </p:pic>
      <p:pic>
        <p:nvPicPr>
          <p:cNvPr id="4" name="Picture 3" descr="satisfac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669280" cy="3779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Overtime strongly associated with attrition</a:t>
            </a:r>
          </a:p>
          <a:p>
            <a:pPr/>
            <a:r>
              <a:t>Lower income bands show higher attrition</a:t>
            </a:r>
          </a:p>
          <a:p>
            <a:pPr/>
            <a:r>
              <a:t>Younger + shorter tenure = higher risk</a:t>
            </a:r>
          </a:p>
          <a:p>
            <a:pPr/>
            <a:r>
              <a:t>Satisfaction metrics correlate with retention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80/20 stratified split</a:t>
            </a:r>
          </a:p>
          <a:p>
            <a:pPr/>
            <a:r>
              <a:t>SMOTE for class imbalance</a:t>
            </a:r>
          </a:p>
          <a:p>
            <a:pPr/>
            <a:r>
              <a:t>Models: Logistic Regression, Random Forest, Gradient Boosting, Decision Tree</a:t>
            </a:r>
          </a:p>
          <a:p>
            <a:pPr/>
            <a:r>
              <a:t>Evaluation: confusion matrices, ROC/PR curves, threshold tradeoffs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Validation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669280" cy="3968496"/>
          </a:xfrm>
          <a:prstGeom prst="rect">
            <a:avLst/>
          </a:prstGeom>
        </p:spPr>
      </p:pic>
      <p:pic>
        <p:nvPicPr>
          <p:cNvPr id="4" name="Picture 3" descr="threshold_cost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463040"/>
            <a:ext cx="5669280" cy="34015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Logistic Regression: acc 0.80, recall 0.64</a:t>
            </a:r>
          </a:p>
          <a:p>
            <a:pPr/>
            <a:r>
              <a:t>Random Forest: acc 0.85, recall 0.30</a:t>
            </a:r>
          </a:p>
          <a:p>
            <a:pPr/>
            <a:r>
              <a:t>Gradient Boosting: acc 0.85, recall 0.26</a:t>
            </a:r>
          </a:p>
          <a:p>
            <a:pPr/>
            <a:r>
              <a:t>Decision Tree: acc 0.84, recall 0.38</a:t>
            </a:r>
          </a:p>
          <a:p>
            <a:pPr/>
            <a:r>
              <a:t>SMOTE improves recall: 0.64 vs 0.36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Review overtime policy and staffing</a:t>
            </a:r>
          </a:p>
          <a:p>
            <a:pPr/>
            <a:r>
              <a:t>Target early-tenure + low-income employees</a:t>
            </a:r>
          </a:p>
          <a:p>
            <a:pPr/>
            <a:r>
              <a:t>Use risk scores to prioritize HR outreach</a:t>
            </a:r>
          </a:p>
          <a:p>
            <a:pPr/>
            <a:r>
              <a:t>Next: external holdout + drift monitoring</a:t>
            </a:r>
          </a:p>
          <a:p>
            <a:pPr/>
            <a:r>
              <a:t>Live demo: reports + scripts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